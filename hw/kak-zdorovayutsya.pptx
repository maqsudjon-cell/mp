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Здравствуйте. Сегодня коротко: как здороваются разные народы. Запоминайте схему — страна, жест и одно слово.</a:t>
            </a:r>
          </a:p>
          <a:p/>
          <a:p>
            <a:r>
              <a:t>O‘ZBEKCHA</a:t>
            </a:r>
          </a:p>
          <a:p>
            <a:r>
              <a:t>Salom. Bugun qisqa: turli xalqlar qanday salomlashadi. Esda tuting — davlat, ishora va bitta so‘z.</a:t>
            </a:r>
          </a:p>
          <a:p/>
          <a:p>
            <a:r>
              <a:t>Ismingni shu slaydga o‘zing yoz. Oxirgi slaydni sinfda ochma.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В Японии кланяются — это одзиги. Чем ниже поклон, тем больше уважение. Днём говорят «коннитива»: добрый день.</a:t>
            </a:r>
          </a:p>
          <a:p/>
          <a:p>
            <a:r>
              <a:t>O‘ZBEKCHA — faqat tushunish</a:t>
            </a:r>
          </a:p>
          <a:p>
            <a:r>
              <a:t>Yaponiyada ta’zim qilishadi — bu odzigi. Ta’zim qanchalik past bo‘lsa, hurmat shunchalik katta. Kunduzi «konnichiwa»: xayrli kun.</a:t>
            </a:r>
          </a:p>
          <a:p>
            <a:r>
              <a:t>Agar so‘rasa: ertalab «ohayo», kechqurun «kombanwa». Darsda faqat kunduzgi so‘z.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Ладони складывают у груди — намасте. Смысл: «я тебя уважаю». Так можно и другу, и старшему.</a:t>
            </a:r>
          </a:p>
          <a:p/>
          <a:p>
            <a:r>
              <a:t>O‘ZBEKCHA — faqat tushunish</a:t>
            </a:r>
          </a:p>
          <a:p>
            <a:r>
              <a:t>Kaftlarni ko‘krak oldida qo‘shishadi — namaste. Ma’nosi: men senga hurmat bilan ta’zim qilaman. Do‘stga ham, kattaga ham.</a:t>
            </a:r>
          </a:p>
          <a:p>
            <a:r>
              <a:t>Bu faqat ibodatxona emas. Nepalda ham shu ishora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В Таиланде этот жест называется вай. Чем выше руки, тем больше уважение. Говорят «саватди». Младший — первым.</a:t>
            </a:r>
          </a:p>
          <a:p/>
          <a:p>
            <a:r>
              <a:t>O‘ZBEKCHA — faqat tushunish</a:t>
            </a:r>
          </a:p>
          <a:p>
            <a:r>
              <a:t>Tailandda bu ishora vay. Qo‘l qanchalik baland — hurmat shunchalik katta. «Savatdi». Avval kichik yoshli.</a:t>
            </a:r>
          </a:p>
          <a:p>
            <a:r>
              <a:t>Erkak oxiriga «krap», ayol «kha» qo‘shishi mumkin. Darsda «саватди» yetadi.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Друзья целуют воздух у щеки — ла биз. Чаще два раза, иногда от 1 до 4. Незнакомым говорят просто «бонжур».</a:t>
            </a:r>
          </a:p>
          <a:p/>
          <a:p>
            <a:r>
              <a:t>O‘ZBEKCHA — faqat tushunish</a:t>
            </a:r>
          </a:p>
          <a:p>
            <a:r>
              <a:t>Do‘stlar yonoq yonida havodan o‘pishadi — la bise. Odatda 2 marta, shahariga qarab 1–4. Notanishga «bonjour».</a:t>
            </a:r>
          </a:p>
          <a:p>
            <a:r>
              <a:t>Labdagi o‘pish emas. Parijda odatda ikki.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Маори касаются лбом и носом — хонги. Так люди делятся дыханием жизни. Каждый день — «киа ора», не хонги.</a:t>
            </a:r>
          </a:p>
          <a:p/>
          <a:p>
            <a:r>
              <a:t>O‘ZBEKCHA — faqat tushunish</a:t>
            </a:r>
          </a:p>
          <a:p>
            <a:r>
              <a:t>Yangi Zelandiya, maori. Peshona va burun tegadi — hongi, hayot nafasi. Har kuni «kia ora». Hongi ko‘cha salomi emas, kutib olish marosimi.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Младший касается лба рукой старшего. Это мано по — просьба о благословении. С ровесниками так не делают.</a:t>
            </a:r>
          </a:p>
          <a:p/>
          <a:p>
            <a:r>
              <a:t>O‘ZBEKCHA — faqat tushunish</a:t>
            </a:r>
          </a:p>
          <a:p>
            <a:r>
              <a:t>Kichik yoshli katta odamning qo‘lini peshonasiga tekkizadi. Mano po — baraka so‘rash. Tengdosh bilan emas. «po» hurmat qo‘shimchasi.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Раньше показывали язык: «я не Ландарма». По легенде, у царя был чёрный язык. Сейчас — «таши делек» и белый шарф.</a:t>
            </a:r>
          </a:p>
          <a:p/>
          <a:p>
            <a:r>
              <a:t>O‘ZBEKCHA — faqat tushunish</a:t>
            </a:r>
          </a:p>
          <a:p>
            <a:r>
              <a:t>Til ko‘rsatish — tarix, hozirgi salom emas. Rivoyat: shoh Langdarmaning tili qora bo‘lgan. Hozir «tashi delek» va oq sharf khata.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«Здравствуйте», друзьям — «привет». Жмут руку и смотрят в глаза. Близкие иногда целуют щёку три раза.</a:t>
            </a:r>
          </a:p>
          <a:p/>
          <a:p>
            <a:r>
              <a:t>O‘ZBEKCHA — faqat tushunish</a:t>
            </a:r>
          </a:p>
          <a:p>
            <a:r>
              <a:t>«Zdravstvuyte», do‘stga «privet». Qo‘l siqish, ko‘zga qarash. Yaqinlar ba’zan yonoqdan 3 marta. Hamma joyda emas.</a:t>
            </a:r>
          </a:p>
          <a:p>
            <a:r>
              <a:t>Sekin: zdrav-stvuy-te. Tez: здрасьте.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СКАЗАТЬ</a:t>
            </a:r>
          </a:p>
          <a:p>
            <a:r>
              <a:t>Жесты разные, а смысл один: я тебя вижу и уважаю. Спасибо за внимание.</a:t>
            </a:r>
          </a:p>
          <a:p/>
          <a:p>
            <a:r>
              <a:t>O‘ZBEKCHA</a:t>
            </a:r>
          </a:p>
          <a:p>
            <a:r>
              <a:t>Ishoralar har xil, ma’nosi bitta: men seni ko‘ryapman va hurmat qilaman. E’tiboringiz uchun rahmat.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SLAYDNI OCHMA.</a:t>
            </a:r>
          </a:p>
          <a:p/>
          <a:p>
            <a:r>
              <a:t>Yaponiya — ta’zim — konnichiwa</a:t>
            </a:r>
          </a:p>
          <a:p>
            <a:r>
              <a:t>Hindiston — namaste — hurmat</a:t>
            </a:r>
          </a:p>
          <a:p>
            <a:r>
              <a:t>Tailand — vay — savatdi</a:t>
            </a:r>
          </a:p>
          <a:p>
            <a:r>
              <a:t>Fransiya — la bise — bonjour</a:t>
            </a:r>
          </a:p>
          <a:p>
            <a:r>
              <a:t>Maori — hongi — kia ora</a:t>
            </a:r>
          </a:p>
          <a:p>
            <a:r>
              <a:t>Filippin — mano po — peshona</a:t>
            </a:r>
          </a:p>
          <a:p>
            <a:r>
              <a:t>Tibet — tashi delek — oq sharf. Til faqat tarix.</a:t>
            </a:r>
          </a:p>
          <a:p>
            <a:r>
              <a:t>Rossiya — zdravstvuyte — qo‘l</a:t>
            </a:r>
          </a:p>
          <a:p/>
          <a:p>
            <a:r>
              <a:t>Agar so‘rasa:</a:t>
            </a:r>
          </a:p>
          <a:p>
            <a:r>
              <a:t>La bise — lab emas, yonoq yoki havo.</a:t>
            </a:r>
          </a:p>
          <a:p>
            <a:r>
              <a:t>Hongi har kuni emas. Ko‘chada kia ora.</a:t>
            </a:r>
          </a:p>
          <a:p>
            <a:r>
              <a:t>Tibet tili — eski rivoyat, hozirgi salom emas.</a:t>
            </a:r>
          </a:p>
          <a:p>
            <a:r>
              <a:t>Namaste faqat ibodatxona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УСТНЫЙ ДОКЛАД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Как здороваются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народы мира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4612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8 жестов  ·  около 4 минут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Страна  →  жест  →  одно слово</a:t>
            </a:r>
          </a:p>
        </p:txBody>
      </p:sp>
      <p:pic>
        <p:nvPicPr>
          <p:cNvPr id="5" name="Picture 4" descr="japan-s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67" y="5074920"/>
            <a:ext cx="1298448" cy="1298448"/>
          </a:xfrm>
          <a:prstGeom prst="rect">
            <a:avLst/>
          </a:prstGeom>
        </p:spPr>
      </p:pic>
      <p:pic>
        <p:nvPicPr>
          <p:cNvPr id="6" name="Picture 5" descr="india-s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055" y="5074920"/>
            <a:ext cx="1298448" cy="1298448"/>
          </a:xfrm>
          <a:prstGeom prst="rect">
            <a:avLst/>
          </a:prstGeom>
        </p:spPr>
      </p:pic>
      <p:pic>
        <p:nvPicPr>
          <p:cNvPr id="7" name="Picture 6" descr="thai-sq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943" y="5074920"/>
            <a:ext cx="1298448" cy="1298448"/>
          </a:xfrm>
          <a:prstGeom prst="rect">
            <a:avLst/>
          </a:prstGeom>
        </p:spPr>
      </p:pic>
      <p:pic>
        <p:nvPicPr>
          <p:cNvPr id="8" name="Picture 7" descr="france-sq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831" y="5074920"/>
            <a:ext cx="1298448" cy="1298448"/>
          </a:xfrm>
          <a:prstGeom prst="rect">
            <a:avLst/>
          </a:prstGeom>
        </p:spPr>
      </p:pic>
      <p:pic>
        <p:nvPicPr>
          <p:cNvPr id="9" name="Picture 8" descr="maori-sq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719" y="5074920"/>
            <a:ext cx="1298448" cy="1298448"/>
          </a:xfrm>
          <a:prstGeom prst="rect">
            <a:avLst/>
          </a:prstGeom>
        </p:spPr>
      </p:pic>
      <p:pic>
        <p:nvPicPr>
          <p:cNvPr id="10" name="Picture 9" descr="philippines-sq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1607" y="5074920"/>
            <a:ext cx="1298448" cy="1298448"/>
          </a:xfrm>
          <a:prstGeom prst="rect">
            <a:avLst/>
          </a:prstGeom>
        </p:spPr>
      </p:pic>
      <p:pic>
        <p:nvPicPr>
          <p:cNvPr id="11" name="Picture 10" descr="tibet-sq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1495" y="5074920"/>
            <a:ext cx="1298448" cy="1298448"/>
          </a:xfrm>
          <a:prstGeom prst="rect">
            <a:avLst/>
          </a:prstGeom>
        </p:spPr>
      </p:pic>
      <p:pic>
        <p:nvPicPr>
          <p:cNvPr id="12" name="Picture 11" descr="russia-sq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1383" y="5074920"/>
            <a:ext cx="1298448" cy="1298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ap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01   ·   ЯПОНИЯ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Поклон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одзиги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В Японии кланяются — это одзиги.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Чем ниже поклон, тем больше уважение.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Днём говорят «коннитива»: добрый день.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Nippon.com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d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02   ·   ИНДИЯ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Намасте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ладони у груди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Ладони складывают у груди — намасте.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Смысл: «я тебя уважаю».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Так можно и другу, и старшему.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Wikimedia Commons, Дели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03   ·   ТАИЛАНД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Вай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саватди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В Таиланде этот жест называется вай.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Чем выше руки, тем больше уважение.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Говорят «саватди». Младший — первым.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Wikimedia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r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04   ·   ФРАНЦИЯ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Ла биз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бонжур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Друзья целуют воздух у щеки — ла биз.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Чаще два раза, иногда от 1 до 4.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Незнакомым говорят просто «бонжур».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Париж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o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05   ·   МАОРИ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Хонги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киа ора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Маори касаются лбом и носом — хонги.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Так люди делятся дыханием жизни.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Каждый день — «киа ора», не хонги.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Wikimedia Commons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ilippi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06   ·   ФИЛИППИНЫ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Мано 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рука ко лбу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Младший касается лба рукой старшего.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Это мано по — просьба о благословении.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С ровесниками так не делают.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Wikimedia Commons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b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07   ·   ТИБЕТ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Таши делек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белый шарф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Раньше показывали язык: «я не Ландарма».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По легенде, у царя был чёрный язык.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Сейчас — «таши делек» и белый шарф.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Tibetan Nuns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ss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92608"/>
            <a:ext cx="4901184" cy="62727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389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08   ·   РОССИЯ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6035040" cy="1051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Здравствуйте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6596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рукопожатие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«Здравствуйте», друзьям — «привет».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Жмут руку и смотрят в глаза.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2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Близкие иногда целуют щёку три раза.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09360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рукопожатие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КОНЕЦ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Жесты разные.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Смысл один.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40690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Я тебя вижу и уважаю.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800" b="0">
                <a:solidFill>
                  <a:srgbClr val="746B62"/>
                </a:solidFill>
                <a:latin typeface="Arial"/>
                <a:ea typeface="Arial"/>
                <a:cs typeface="Arial"/>
              </a:rPr>
              <a:t>Спасибо за внимание.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НЕ ПОКАЗЫВАТЬ В КЛАССЕ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Шпаргалка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ЯПОНИЯ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Поклон   ·   одзиги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0487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ИНДИЯ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42615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Намасте   ·   ладони у груди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7530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ТАИЛАНД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13048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Вай   ·   саватди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45736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ФРАНЦИЯ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8348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Ла биз   ·   бонжур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234440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МАОРИ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72184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Хонги   ·   киа ора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0487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ФИЛИППИНЫ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42615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Мано по   ·   рука ко лбу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57530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ТИБЕТ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813048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Таши делек   ·   белый шарф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45736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РОССИЯ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83480"/>
            <a:ext cx="530352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1917"/>
                </a:solidFill>
                <a:latin typeface="Georgia"/>
                <a:ea typeface="Georgia"/>
                <a:cs typeface="Georgia"/>
              </a:rPr>
              <a:t>Здравствуйте   ·   рукопожатие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98932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1917"/>
                </a:solidFill>
                <a:latin typeface="Arial"/>
                <a:ea typeface="Arial"/>
                <a:cs typeface="Arial"/>
              </a:rPr>
              <a:t>Если спросят: ла биз — не в губы. Хонги — не каждый день. Язык в Тибете — легенда, не привет. Намасте — обычный жест.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здороваются народы мира</dc:title>
  <dc:subject>Устный доклад. Русский на слайдах, перевод в заметках.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