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Good evening! Welcome to Tech Tonight. I’m Maqsudjon. Tonight: a car that flies, a taxi with no driver, and an AI that shops for you.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 October 15th, Tesla showed its new Roadster. And this car can fly!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internet reacted very fast. [Pause. Let them laugh.]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And this is the real video. [Let it play.]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And the Uzbek internet was ready too. [Pause. Let them read and laugh.]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How does it fly? With air! Ten thrusters. Six hundred liters of air. Zero to sixty in under one second. And to reserve one: fifty thousand dollars!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But is it legal? Elon Musk says: “Depends on your street.”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So, new road signs are coming. [Pause.]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And car insurance companies right now… [Pause.]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Tesla also has a taxi with no driver. In Texas, people already ride in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Story two. Meta made Muse: an AI that shops for you. It finds the product and pays for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But Amazon said no and blocked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question for you. Raise your hand: who would let an AI spend your money? [Pause.] And who would ride in a car with no driver? [Pause.]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Cars are learning to fly, and AI is learning to shop. That’s all for Tech Tonight. Thank you for watching!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video" Target="../media/media-4-2.mp4"/><Relationship Id="rId3" Type="http://schemas.microsoft.com/office/2007/relationships/media" Target="../media/media-4-2.mp4"/><Relationship Id="rId4" Type="http://schemas.openxmlformats.org/officeDocument/2006/relationships/image" Target="../media/image-4-4.jp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10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 1: cove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E10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 2: roadste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E10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 3: m-doc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E10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 4: flip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4" name="Media 0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5" name="Image 1" descr="LIVE · Tech Tonight · Watch: the Roadster flies · Video: Tesla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2780" y="6101007"/>
            <a:ext cx="10566136" cy="35043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3583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 mute="1">
                <p:cTn id="7" repeatCount="indefinite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E10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 5: m-uz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E10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 6: how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E10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 7: leg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E10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 8: m-sig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E10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 9: m-insurer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E10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 10: cybercab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E10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 11: mus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E10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 12: amaz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E10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 13: questi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E10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 14: signoff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Tech Tonight</dc:title>
  <dc:subject>PptxGenJS Presentation</dc:subject>
  <dc:creator>Maqsudjon Po’latov</dc:creator>
  <cp:lastModifiedBy>Maqsudjon Po’latov</cp:lastModifiedBy>
  <cp:revision>1</cp:revision>
  <dcterms:created xsi:type="dcterms:W3CDTF">2026-10-20T10:33:39Z</dcterms:created>
  <dcterms:modified xsi:type="dcterms:W3CDTF">2026-10-20T10:33:39Z</dcterms:modified>
</cp:coreProperties>
</file>