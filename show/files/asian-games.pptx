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everyone! Today I want to tell you about Uzbekistan at the Asian Games in Japan.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a quick quiz! How many medals did Uzbekistan win? Thirty, fifty or seventy? [Wait for answers.]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seventy! Twenty-one gold, twenty-five silver and twenty-four bronze. Uzbekistan finished fifth in Asia!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China, Japan, South Korea and India were ahead of us. India had the same number of gold medals: twenty-one!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was our biggest team ever: almost four hundred athletes. And one hundred seventy-two of them were women!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gold came in karate. Abdulvakhob Rashidov beat a Japanese fighter, in Japan!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our girls were amazing! Sharifa Davronova won gold in triple jump, and Pokizaxon Kamoliddinova won gold in wrestling.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 fact: our first Asian Games were also in Japan, in 1994. Then we won forty-two medals. Now: seventy!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right now, one hundred fifty-three Uzbek athletes are at the Asian Para Games in Japan. Good luck to them!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listening! Do you have any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: co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: gu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: rev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: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: 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: firstg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: gir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: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: n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: than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Uzbekistan at the Asian Games</dc:title>
  <dc:subject>PptxGenJS Presentation</dc:subject>
  <dc:creator>Uzbekistan at the Asian Games</dc:creator>
  <cp:lastModifiedBy>Uzbekistan at the Asian Games</cp:lastModifiedBy>
  <cp:revision>1</cp:revision>
  <dcterms:created xsi:type="dcterms:W3CDTF">2026-10-20T13:31:27Z</dcterms:created>
  <dcterms:modified xsi:type="dcterms:W3CDTF">2026-10-20T13:31:27Z</dcterms:modified>
</cp:coreProperties>
</file>