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RU: Здра́вствуйте! Я расскажу́, как здоро́ваются в ра́зных стра́нах.
</a:t>
            </a:r>
          </a:p>
          <a:p>
            <a:r>
              <a:rPr lang="uz-Latn-UZ" dirty="0"/>
              <a:t>UZ: Assalomu alaykum! Turli mamlakatlarda qanday salomlashishlarini aytib beraman.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RU: В Тибе́те пока́зывают язы́к. Э́то знак уваже́ния!
</a:t>
            </a:r>
          </a:p>
          <a:p>
            <a:r>
              <a:rPr lang="uz-Latn-UZ" dirty="0"/>
              <a:t>UZ: Tibetda til ko'rsatishadi. Bu hurmat belgisi!
</a:t>
            </a:r>
          </a:p>
          <a:p>
            <a:r>
              <a:rPr lang="uz-Latn-UZ" dirty="0"/>
              <a:t>Harakat: rasmni ko'rsat (xohlasang, tilingni ham ko'rsat).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RU: В Но́вой Зела́ндии здоро́ваются носа́ми. Э́то «хо́нги».
</a:t>
            </a:r>
          </a:p>
          <a:p>
            <a:r>
              <a:rPr lang="uz-Latn-UZ" dirty="0"/>
              <a:t>UZ: Yangi Zelandiyada burun bilan salomlashishadi. Bu «hongi».
</a:t>
            </a:r>
          </a:p>
          <a:p>
            <a:r>
              <a:rPr lang="uz-Latn-UZ" dirty="0"/>
              <a:t>Harakat: rasmni ko'rsat.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RU: В Япо́нии кла́няются. Чем ни́же покло́н, тем бо́льше уваже́ния. Да́же Оба́ма!
</a:t>
            </a:r>
          </a:p>
          <a:p>
            <a:r>
              <a:rPr lang="uz-Latn-UZ" dirty="0"/>
              <a:t>UZ: Yaponiyada ta'zim qilishadi. Ta'zim qancha past bo'lsa, hurmat shuncha katta. Hatto Obama ham!
</a:t>
            </a:r>
          </a:p>
          <a:p>
            <a:r>
              <a:rPr lang="uz-Latn-UZ" dirty="0"/>
              <a:t>Harakat: biroz ta'zim qil, «Даже Обама!» deganda rasmni ko'rsat.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RU: В Таила́нде говоря́т «Саватди» и скла́дывают ладо́ни. Э́то «вай».
</a:t>
            </a:r>
          </a:p>
          <a:p>
            <a:r>
              <a:rPr lang="uz-Latn-UZ" dirty="0"/>
              <a:t>UZ: Tailandda «Savatdi» deyishadi va kaftlarni birlashtirishadi. Bu «vay».
</a:t>
            </a:r>
          </a:p>
          <a:p>
            <a:r>
              <a:rPr lang="uz-Latn-UZ" dirty="0"/>
              <a:t>Harakat: kaftlaringni birlashtirib ko'rsat.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RU: А мы говори́м «Ассалому алайкум» и кладём ру́ку на се́рдце.
</a:t>
            </a:r>
          </a:p>
          <a:p>
            <a:r>
              <a:rPr lang="uz-Latn-UZ" dirty="0"/>
              <a:t>UZ: Biz esa «Assalomu alaykum» deymiz va qo'lni yurakka qo'yamiz.
</a:t>
            </a:r>
          </a:p>
          <a:p>
            <a:r>
              <a:rPr lang="uz-Latn-UZ" dirty="0"/>
              <a:t>Harakat: o'ng qo'lingni ko'ksingga qo'y.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RU: Спаси́бо за внима́ние!
</a:t>
            </a:r>
          </a:p>
          <a:p>
            <a:r>
              <a:rPr lang="uz-Latn-UZ" dirty="0"/>
              <a:t>UZ: E'tiboringiz uchun rahmat!
</a:t>
            </a:r>
          </a:p>
          <a:p>
            <a:r>
              <a:rPr lang="uz-Latn-UZ" dirty="0"/>
              <a:t>Harakat: yaponlardek ta'zim qil.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6EF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Слайд 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EF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Слайд 2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EF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Слайд 3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EF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Слайд 4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EF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Слайд 5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EF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Слайд 6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EF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Слайд 7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Как здороваются в мире</dc:title>
  <dc:subject>PptxGenJS Presentation</dc:subject>
  <dc:creator>Как здороваются в мире</dc:creator>
  <cp:lastModifiedBy>Как здороваются в мире</cp:lastModifiedBy>
  <cp:revision>1</cp:revision>
  <dcterms:created xsi:type="dcterms:W3CDTF">2026-10-22T08:14:43Z</dcterms:created>
  <dcterms:modified xsi:type="dcterms:W3CDTF">2026-10-22T08:14:43Z</dcterms:modified>
</cp:coreProperties>
</file>